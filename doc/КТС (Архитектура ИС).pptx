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90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AF4B9B-9336-20FB-9743-55983E177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112BD3-C1AF-3FC8-2C40-7372D9E57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C3B299-4C91-FC96-1119-1DCE8A2F3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E481-4795-4C2B-A2FF-550D09E2BAC8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6065E3-B8EC-123E-68A8-7756AF6C0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D54F54-5A4B-C784-E2DA-501C2B1B5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8EB5-8005-4137-99E0-909C9E30ED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422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1A307A-45AC-7B9E-14AF-520E8C59D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7E9CA8-683C-0550-B619-76E906477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74BF60-1E6F-D309-9136-7AAAB3C3E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E481-4795-4C2B-A2FF-550D09E2BAC8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6B29E7-C226-388D-D02A-037B2A930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252061-8279-3B09-A3D4-8F0C9E0D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8EB5-8005-4137-99E0-909C9E30ED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42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A819B3-7BBA-6895-39A4-E0193F7E3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C50DD3-CD8C-9688-F446-A95EB38CB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2CFD55-468E-B2CE-7EB5-5858083A8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E481-4795-4C2B-A2FF-550D09E2BAC8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23CCB0-0DBA-7756-ECCD-1C58BFD2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1D58D0-F6F6-BC92-7CF9-75037106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8EB5-8005-4137-99E0-909C9E30ED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28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8F1C4-5E16-5151-B07C-ADD376173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38D6AD-D279-3A54-3588-02B44E4903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4C28A9-36D3-6DB5-DC2D-E4A72C0D7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1DED22-E4DD-9019-EF23-11AC6769B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E481-4795-4C2B-A2FF-550D09E2BAC8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DBEE7D-600B-F4DF-02D8-FB75EF78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624DCE-3783-753E-6E7D-0E9FA598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8EB5-8005-4137-99E0-909C9E30ED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1177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0714B2-F9E4-8609-59E2-28F1ACF1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864478-B81C-F772-5CB1-25273E4B4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AF709D-08EB-69D2-1E42-448ADBA46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B3D00B8-B050-C8AE-76EE-9BEB4FC68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98D4425-E4A3-600B-B478-06A7A969A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EB4F80F-8BC6-A41B-D703-F3007B9E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E481-4795-4C2B-A2FF-550D09E2BAC8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9FD915D-64B4-05A3-75C9-D19683F80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EECB383-271B-57F2-CA32-DCB34397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8EB5-8005-4137-99E0-909C9E30ED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83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BF3CED-B34B-43C0-4CE1-AA827BD45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0B79ECC-EEE9-1349-088E-3FEECBEC3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E481-4795-4C2B-A2FF-550D09E2BAC8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7DDE0A-C79F-371F-1726-56392493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48B51B3-EBBF-0345-4F00-64DE25D57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8EB5-8005-4137-99E0-909C9E30ED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2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9BC8946-8AA2-0307-FEAA-A138CC3D5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E481-4795-4C2B-A2FF-550D09E2BAC8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0C2E8D1-A3A9-C4D2-D312-AA91B740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BF9B7C-4E26-AA14-C47B-FA59AD83C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8EB5-8005-4137-99E0-909C9E30ED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89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3CF00F-BB6B-74B9-97B4-C541BC18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C4704D-B698-A939-D50E-D9596D9E8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A1F792-59D0-95AE-1EE2-335D16C38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BB83D7-3DF0-1322-2C9D-8698B2F55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E481-4795-4C2B-A2FF-550D09E2BAC8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079C6B-91E1-61C2-842B-9A84EB29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884C51-A01E-80ED-3B4C-6095C53C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8EB5-8005-4137-99E0-909C9E30ED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653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FA6C4-C607-9499-B18F-722812B1D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43E9704-0847-504B-224B-7D983245E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18A157-3B4E-BF1C-903C-6AE6B249A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58B88E-5231-522D-9233-0FFFF07E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E481-4795-4C2B-A2FF-550D09E2BAC8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DE3D8E-B430-18BD-5CE8-4B7222918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C4ACC6-8AC0-855C-617A-D5591330C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8EB5-8005-4137-99E0-909C9E30ED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23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BF996-23D0-4508-2209-8C9E4A11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644624-D0BB-83DD-3F0F-F0B70F2AD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65C21F-625D-FD4B-9206-00756E77D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E481-4795-4C2B-A2FF-550D09E2BAC8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0C9ADD-9629-A56C-E7DB-8596F8AB6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C04A33-7B25-679E-488D-4C21C6790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8EB5-8005-4137-99E0-909C9E30ED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202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E4AE573-552C-141B-DBC6-1CF93F2D8D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DC93CD-736C-9A18-A678-82F897F79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2D1400-76EB-D9E6-2478-E37C51B5D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E481-4795-4C2B-A2FF-550D09E2BAC8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F6CC06-A179-78A2-FD0B-4C02AD18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29728F-3947-E246-BE21-892454D99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8EB5-8005-4137-99E0-909C9E30ED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858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96262-B517-FCD1-6EDF-24B3D6231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C8B839-BFF7-1C98-4F8B-E75AAF07C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25BACB-6ABB-2DD0-2DB1-083429C75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EE481-4795-4C2B-A2FF-550D09E2BAC8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2805B2-61EB-F9AC-3BD8-24582818B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B8715C-4729-DC09-21D3-6EA73BC53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88EB5-8005-4137-99E0-909C9E30ED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05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7BC34E22-5B68-3BC9-1F86-E0796357337F}"/>
              </a:ext>
            </a:extLst>
          </p:cNvPr>
          <p:cNvGrpSpPr/>
          <p:nvPr/>
        </p:nvGrpSpPr>
        <p:grpSpPr>
          <a:xfrm>
            <a:off x="1276374" y="586641"/>
            <a:ext cx="9034121" cy="4559399"/>
            <a:chOff x="2501265" y="1359666"/>
            <a:chExt cx="8410575" cy="4563614"/>
          </a:xfrm>
        </p:grpSpPr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609DDDCB-1AB2-9C67-5AC7-9B50DA230352}"/>
                </a:ext>
              </a:extLst>
            </p:cNvPr>
            <p:cNvCxnSpPr>
              <a:cxnSpLocks/>
            </p:cNvCxnSpPr>
            <p:nvPr/>
          </p:nvCxnSpPr>
          <p:spPr>
            <a:xfrm>
              <a:off x="2501265" y="5923280"/>
              <a:ext cx="190944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811E2955-CC11-B3E8-D5F0-A82478303B58}"/>
                </a:ext>
              </a:extLst>
            </p:cNvPr>
            <p:cNvGrpSpPr/>
            <p:nvPr/>
          </p:nvGrpSpPr>
          <p:grpSpPr>
            <a:xfrm>
              <a:off x="2501265" y="1359666"/>
              <a:ext cx="8410575" cy="4563614"/>
              <a:chOff x="2501265" y="1359666"/>
              <a:chExt cx="8410575" cy="4563614"/>
            </a:xfrm>
          </p:grpSpPr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BB5FACBB-D68A-69C6-C9AA-E321615638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265" y="1818640"/>
                <a:ext cx="0" cy="41046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00132719-A540-B282-7D84-365D0D9549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6384" y="5748472"/>
                <a:ext cx="1" cy="1748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5" name="Группа 34">
                <a:extLst>
                  <a:ext uri="{FF2B5EF4-FFF2-40B4-BE49-F238E27FC236}">
                    <a16:creationId xmlns:a16="http://schemas.microsoft.com/office/drawing/2014/main" id="{21396CFE-08B9-9AEA-929B-74FBD3F726B2}"/>
                  </a:ext>
                </a:extLst>
              </p:cNvPr>
              <p:cNvGrpSpPr/>
              <p:nvPr/>
            </p:nvGrpSpPr>
            <p:grpSpPr>
              <a:xfrm>
                <a:off x="2501265" y="1359666"/>
                <a:ext cx="8410575" cy="458973"/>
                <a:chOff x="2501265" y="1359666"/>
                <a:chExt cx="8410575" cy="458973"/>
              </a:xfrm>
            </p:grpSpPr>
            <p:cxnSp>
              <p:nvCxnSpPr>
                <p:cNvPr id="24" name="Прямая соединительная линия 23">
                  <a:extLst>
                    <a:ext uri="{FF2B5EF4-FFF2-40B4-BE49-F238E27FC236}">
                      <a16:creationId xmlns:a16="http://schemas.microsoft.com/office/drawing/2014/main" id="{7EFB08D7-60B6-0640-53B7-97F0912271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01265" y="1818639"/>
                  <a:ext cx="8410575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8808FA3-921F-262E-A9DA-AAA2D909D219}"/>
                    </a:ext>
                  </a:extLst>
                </p:cNvPr>
                <p:cNvSpPr txBox="1"/>
                <p:nvPr/>
              </p:nvSpPr>
              <p:spPr>
                <a:xfrm>
                  <a:off x="4261944" y="1359666"/>
                  <a:ext cx="100373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Ethernet</a:t>
                  </a:r>
                  <a:endPara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1C0C1959-3A78-881E-35F1-F1B016F3CA23}"/>
              </a:ext>
            </a:extLst>
          </p:cNvPr>
          <p:cNvGrpSpPr/>
          <p:nvPr/>
        </p:nvGrpSpPr>
        <p:grpSpPr>
          <a:xfrm>
            <a:off x="4695965" y="1045190"/>
            <a:ext cx="2139709" cy="939495"/>
            <a:chOff x="4695965" y="1045190"/>
            <a:chExt cx="2139709" cy="939495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FDB71C53-E4E7-23F8-E50D-B30CECAED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V="1">
              <a:off x="4695965" y="1045190"/>
              <a:ext cx="939495" cy="93949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1FCB5E2-3018-2C00-295C-C442B1786070}"/>
                </a:ext>
              </a:extLst>
            </p:cNvPr>
            <p:cNvSpPr txBox="1"/>
            <p:nvPr/>
          </p:nvSpPr>
          <p:spPr>
            <a:xfrm>
              <a:off x="5374739" y="1360333"/>
              <a:ext cx="14609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IP </a:t>
              </a: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камера</a:t>
              </a:r>
            </a:p>
          </p:txBody>
        </p:sp>
      </p:grpSp>
      <p:grpSp>
        <p:nvGrpSpPr>
          <p:cNvPr id="1028" name="Группа 1027">
            <a:extLst>
              <a:ext uri="{FF2B5EF4-FFF2-40B4-BE49-F238E27FC236}">
                <a16:creationId xmlns:a16="http://schemas.microsoft.com/office/drawing/2014/main" id="{A4B569BE-9C6B-D5B1-884E-555D89E40D2C}"/>
              </a:ext>
            </a:extLst>
          </p:cNvPr>
          <p:cNvGrpSpPr/>
          <p:nvPr/>
        </p:nvGrpSpPr>
        <p:grpSpPr>
          <a:xfrm>
            <a:off x="1834914" y="3696407"/>
            <a:ext cx="2984938" cy="2166042"/>
            <a:chOff x="2302570" y="3646768"/>
            <a:chExt cx="2984938" cy="2166042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6F92C03E-9D81-A8E7-A3A2-2475E17EB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79806" y="3646768"/>
              <a:ext cx="1230465" cy="123730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CFA9E02-D9CE-36B6-F9FD-7D168A8FBD1D}"/>
                </a:ext>
              </a:extLst>
            </p:cNvPr>
            <p:cNvSpPr txBox="1"/>
            <p:nvPr/>
          </p:nvSpPr>
          <p:spPr>
            <a:xfrm>
              <a:off x="2302570" y="5166479"/>
              <a:ext cx="29849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Сервер распознавание и управления</a:t>
              </a:r>
            </a:p>
          </p:txBody>
        </p:sp>
      </p:grpSp>
      <p:grpSp>
        <p:nvGrpSpPr>
          <p:cNvPr id="1027" name="Группа 1026">
            <a:extLst>
              <a:ext uri="{FF2B5EF4-FFF2-40B4-BE49-F238E27FC236}">
                <a16:creationId xmlns:a16="http://schemas.microsoft.com/office/drawing/2014/main" id="{25BB103A-555A-970D-167F-BD4FFECF4276}"/>
              </a:ext>
            </a:extLst>
          </p:cNvPr>
          <p:cNvGrpSpPr/>
          <p:nvPr/>
        </p:nvGrpSpPr>
        <p:grpSpPr>
          <a:xfrm>
            <a:off x="9282858" y="4217734"/>
            <a:ext cx="1535198" cy="605368"/>
            <a:chOff x="2053942" y="2953851"/>
            <a:chExt cx="1535198" cy="605368"/>
          </a:xfrm>
        </p:grpSpPr>
        <p:grpSp>
          <p:nvGrpSpPr>
            <p:cNvPr id="1024" name="Группа 1023">
              <a:extLst>
                <a:ext uri="{FF2B5EF4-FFF2-40B4-BE49-F238E27FC236}">
                  <a16:creationId xmlns:a16="http://schemas.microsoft.com/office/drawing/2014/main" id="{6A8FD31D-72C1-E59C-98A0-8459333829AE}"/>
                </a:ext>
              </a:extLst>
            </p:cNvPr>
            <p:cNvGrpSpPr/>
            <p:nvPr/>
          </p:nvGrpSpPr>
          <p:grpSpPr>
            <a:xfrm>
              <a:off x="2053942" y="2953851"/>
              <a:ext cx="995328" cy="605368"/>
              <a:chOff x="2302570" y="2861633"/>
              <a:chExt cx="995328" cy="605368"/>
            </a:xfrm>
          </p:grpSpPr>
          <p:cxnSp>
            <p:nvCxnSpPr>
              <p:cNvPr id="48" name="Прямая со стрелкой 47">
                <a:extLst>
                  <a:ext uri="{FF2B5EF4-FFF2-40B4-BE49-F238E27FC236}">
                    <a16:creationId xmlns:a16="http://schemas.microsoft.com/office/drawing/2014/main" id="{2E5DFF5F-51E1-685E-579D-026F0B922C1D}"/>
                  </a:ext>
                </a:extLst>
              </p:cNvPr>
              <p:cNvCxnSpPr/>
              <p:nvPr/>
            </p:nvCxnSpPr>
            <p:spPr>
              <a:xfrm flipV="1">
                <a:off x="2745826" y="2861633"/>
                <a:ext cx="552072" cy="52316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3" name="Группа 62">
                <a:extLst>
                  <a:ext uri="{FF2B5EF4-FFF2-40B4-BE49-F238E27FC236}">
                    <a16:creationId xmlns:a16="http://schemas.microsoft.com/office/drawing/2014/main" id="{ECCFB651-793F-1F3D-1DC8-0C57586181F9}"/>
                  </a:ext>
                </a:extLst>
              </p:cNvPr>
              <p:cNvGrpSpPr/>
              <p:nvPr/>
            </p:nvGrpSpPr>
            <p:grpSpPr>
              <a:xfrm>
                <a:off x="2302570" y="3005464"/>
                <a:ext cx="455373" cy="461537"/>
                <a:chOff x="2302570" y="3005464"/>
                <a:chExt cx="455373" cy="461537"/>
              </a:xfrm>
            </p:grpSpPr>
            <p:cxnSp>
              <p:nvCxnSpPr>
                <p:cNvPr id="56" name="Прямая соединительная линия 55">
                  <a:extLst>
                    <a:ext uri="{FF2B5EF4-FFF2-40B4-BE49-F238E27FC236}">
                      <a16:creationId xmlns:a16="http://schemas.microsoft.com/office/drawing/2014/main" id="{72FF1FC8-410F-66A7-0FCA-39BED94DF2AE}"/>
                    </a:ext>
                  </a:extLst>
                </p:cNvPr>
                <p:cNvCxnSpPr/>
                <p:nvPr/>
              </p:nvCxnSpPr>
              <p:spPr>
                <a:xfrm flipV="1">
                  <a:off x="2302570" y="3024130"/>
                  <a:ext cx="447667" cy="44287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Прямая соединительная линия 57">
                  <a:extLst>
                    <a:ext uri="{FF2B5EF4-FFF2-40B4-BE49-F238E27FC236}">
                      <a16:creationId xmlns:a16="http://schemas.microsoft.com/office/drawing/2014/main" id="{FD596FCB-9548-158B-2721-B07B2C2CCB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57943" y="3005464"/>
                  <a:ext cx="0" cy="37960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A16FDA82-6B0F-7538-EE64-EFAD1317494F}"/>
                </a:ext>
              </a:extLst>
            </p:cNvPr>
            <p:cNvSpPr txBox="1"/>
            <p:nvPr/>
          </p:nvSpPr>
          <p:spPr>
            <a:xfrm>
              <a:off x="2854642" y="3078887"/>
              <a:ext cx="734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31" name="Группа 1030">
            <a:extLst>
              <a:ext uri="{FF2B5EF4-FFF2-40B4-BE49-F238E27FC236}">
                <a16:creationId xmlns:a16="http://schemas.microsoft.com/office/drawing/2014/main" id="{C1EF93C7-E247-A029-6161-9A8FF4FE5D78}"/>
              </a:ext>
            </a:extLst>
          </p:cNvPr>
          <p:cNvGrpSpPr/>
          <p:nvPr/>
        </p:nvGrpSpPr>
        <p:grpSpPr>
          <a:xfrm>
            <a:off x="317865" y="3137772"/>
            <a:ext cx="1917018" cy="1917018"/>
            <a:chOff x="-483324" y="1787344"/>
            <a:chExt cx="1917018" cy="1917018"/>
          </a:xfrm>
        </p:grpSpPr>
        <p:grpSp>
          <p:nvGrpSpPr>
            <p:cNvPr id="1030" name="Группа 1029">
              <a:extLst>
                <a:ext uri="{FF2B5EF4-FFF2-40B4-BE49-F238E27FC236}">
                  <a16:creationId xmlns:a16="http://schemas.microsoft.com/office/drawing/2014/main" id="{9B7C34F9-B447-F5B1-D8FD-E2BD899B10F3}"/>
                </a:ext>
              </a:extLst>
            </p:cNvPr>
            <p:cNvGrpSpPr/>
            <p:nvPr/>
          </p:nvGrpSpPr>
          <p:grpSpPr>
            <a:xfrm>
              <a:off x="-224832" y="2467019"/>
              <a:ext cx="1400035" cy="961981"/>
              <a:chOff x="1199902" y="3559218"/>
              <a:chExt cx="1400035" cy="961981"/>
            </a:xfrm>
          </p:grpSpPr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18FD5FEE-CF0F-5499-7E9D-3318444646D4}"/>
                  </a:ext>
                </a:extLst>
              </p:cNvPr>
              <p:cNvSpPr/>
              <p:nvPr/>
            </p:nvSpPr>
            <p:spPr>
              <a:xfrm>
                <a:off x="1280160" y="3559218"/>
                <a:ext cx="1216461" cy="96198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29" name="TextBox 1028">
                <a:extLst>
                  <a:ext uri="{FF2B5EF4-FFF2-40B4-BE49-F238E27FC236}">
                    <a16:creationId xmlns:a16="http://schemas.microsoft.com/office/drawing/2014/main" id="{7B6D0FD0-0462-B997-0176-D1B117263F6F}"/>
                  </a:ext>
                </a:extLst>
              </p:cNvPr>
              <p:cNvSpPr txBox="1"/>
              <p:nvPr/>
            </p:nvSpPr>
            <p:spPr>
              <a:xfrm>
                <a:off x="1199902" y="4046524"/>
                <a:ext cx="14000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Коммутатор</a:t>
                </a:r>
              </a:p>
            </p:txBody>
          </p:sp>
        </p:grpSp>
        <p:pic>
          <p:nvPicPr>
            <p:cNvPr id="1026" name="Picture 2" descr="Сетевой коммутатор – Бесплатные иконки: компьютер">
              <a:extLst>
                <a:ext uri="{FF2B5EF4-FFF2-40B4-BE49-F238E27FC236}">
                  <a16:creationId xmlns:a16="http://schemas.microsoft.com/office/drawing/2014/main" id="{6093E898-A996-1E31-77F0-1F9E700AE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83324" y="1787344"/>
              <a:ext cx="1917018" cy="19170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4" name="Группа 1053">
            <a:extLst>
              <a:ext uri="{FF2B5EF4-FFF2-40B4-BE49-F238E27FC236}">
                <a16:creationId xmlns:a16="http://schemas.microsoft.com/office/drawing/2014/main" id="{92BE9929-12E6-9662-C23B-D9CF81CAC4B2}"/>
              </a:ext>
            </a:extLst>
          </p:cNvPr>
          <p:cNvGrpSpPr/>
          <p:nvPr/>
        </p:nvGrpSpPr>
        <p:grpSpPr>
          <a:xfrm>
            <a:off x="1467284" y="3201860"/>
            <a:ext cx="1535198" cy="605368"/>
            <a:chOff x="2053942" y="2953851"/>
            <a:chExt cx="1535198" cy="605368"/>
          </a:xfrm>
        </p:grpSpPr>
        <p:grpSp>
          <p:nvGrpSpPr>
            <p:cNvPr id="1055" name="Группа 1054">
              <a:extLst>
                <a:ext uri="{FF2B5EF4-FFF2-40B4-BE49-F238E27FC236}">
                  <a16:creationId xmlns:a16="http://schemas.microsoft.com/office/drawing/2014/main" id="{1C998554-85DF-60A7-0F28-676BE3E52442}"/>
                </a:ext>
              </a:extLst>
            </p:cNvPr>
            <p:cNvGrpSpPr/>
            <p:nvPr/>
          </p:nvGrpSpPr>
          <p:grpSpPr>
            <a:xfrm>
              <a:off x="2053942" y="2953851"/>
              <a:ext cx="995328" cy="605368"/>
              <a:chOff x="2302570" y="2861633"/>
              <a:chExt cx="995328" cy="605368"/>
            </a:xfrm>
          </p:grpSpPr>
          <p:cxnSp>
            <p:nvCxnSpPr>
              <p:cNvPr id="1057" name="Прямая со стрелкой 1056">
                <a:extLst>
                  <a:ext uri="{FF2B5EF4-FFF2-40B4-BE49-F238E27FC236}">
                    <a16:creationId xmlns:a16="http://schemas.microsoft.com/office/drawing/2014/main" id="{5575147D-0DF8-7763-9EF1-304B60801BA5}"/>
                  </a:ext>
                </a:extLst>
              </p:cNvPr>
              <p:cNvCxnSpPr/>
              <p:nvPr/>
            </p:nvCxnSpPr>
            <p:spPr>
              <a:xfrm flipV="1">
                <a:off x="2745826" y="2861633"/>
                <a:ext cx="552072" cy="52316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58" name="Группа 1057">
                <a:extLst>
                  <a:ext uri="{FF2B5EF4-FFF2-40B4-BE49-F238E27FC236}">
                    <a16:creationId xmlns:a16="http://schemas.microsoft.com/office/drawing/2014/main" id="{F132CDCB-C085-F12E-EA81-8E3861CBADED}"/>
                  </a:ext>
                </a:extLst>
              </p:cNvPr>
              <p:cNvGrpSpPr/>
              <p:nvPr/>
            </p:nvGrpSpPr>
            <p:grpSpPr>
              <a:xfrm>
                <a:off x="2302570" y="3005464"/>
                <a:ext cx="455373" cy="461537"/>
                <a:chOff x="2302570" y="3005464"/>
                <a:chExt cx="455373" cy="461537"/>
              </a:xfrm>
            </p:grpSpPr>
            <p:cxnSp>
              <p:nvCxnSpPr>
                <p:cNvPr id="1059" name="Прямая соединительная линия 1058">
                  <a:extLst>
                    <a:ext uri="{FF2B5EF4-FFF2-40B4-BE49-F238E27FC236}">
                      <a16:creationId xmlns:a16="http://schemas.microsoft.com/office/drawing/2014/main" id="{B5B3889C-2BBE-968E-E107-B09CAAE5EC7C}"/>
                    </a:ext>
                  </a:extLst>
                </p:cNvPr>
                <p:cNvCxnSpPr/>
                <p:nvPr/>
              </p:nvCxnSpPr>
              <p:spPr>
                <a:xfrm flipV="1">
                  <a:off x="2302570" y="3024130"/>
                  <a:ext cx="447667" cy="44287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0" name="Прямая соединительная линия 1059">
                  <a:extLst>
                    <a:ext uri="{FF2B5EF4-FFF2-40B4-BE49-F238E27FC236}">
                      <a16:creationId xmlns:a16="http://schemas.microsoft.com/office/drawing/2014/main" id="{49A12CEA-D833-8185-AE6E-3CCCED565F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57943" y="3005464"/>
                  <a:ext cx="0" cy="37960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18E8D941-115C-8659-E156-5B273A1119D2}"/>
                </a:ext>
              </a:extLst>
            </p:cNvPr>
            <p:cNvSpPr txBox="1"/>
            <p:nvPr/>
          </p:nvSpPr>
          <p:spPr>
            <a:xfrm>
              <a:off x="2854642" y="3078887"/>
              <a:ext cx="734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64" name="Облачко с текстом: прямоугольное со скругленными углами 1063">
            <a:extLst>
              <a:ext uri="{FF2B5EF4-FFF2-40B4-BE49-F238E27FC236}">
                <a16:creationId xmlns:a16="http://schemas.microsoft.com/office/drawing/2014/main" id="{4FA9E713-D82E-8848-C1F1-3D6A0082A759}"/>
              </a:ext>
            </a:extLst>
          </p:cNvPr>
          <p:cNvSpPr/>
          <p:nvPr/>
        </p:nvSpPr>
        <p:spPr>
          <a:xfrm>
            <a:off x="3618902" y="2854620"/>
            <a:ext cx="1412339" cy="776018"/>
          </a:xfrm>
          <a:prstGeom prst="wedgeRoundRectCallout">
            <a:avLst>
              <a:gd name="adj1" fmla="val -75505"/>
              <a:gd name="adj2" fmla="val 12143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66" name="Группа 1065">
            <a:extLst>
              <a:ext uri="{FF2B5EF4-FFF2-40B4-BE49-F238E27FC236}">
                <a16:creationId xmlns:a16="http://schemas.microsoft.com/office/drawing/2014/main" id="{39746BE1-CACA-16F2-4CEC-D61AAF0E86B9}"/>
              </a:ext>
            </a:extLst>
          </p:cNvPr>
          <p:cNvGrpSpPr/>
          <p:nvPr/>
        </p:nvGrpSpPr>
        <p:grpSpPr>
          <a:xfrm>
            <a:off x="4695965" y="5679440"/>
            <a:ext cx="5614530" cy="456655"/>
            <a:chOff x="5374739" y="5679440"/>
            <a:chExt cx="4935756" cy="456655"/>
          </a:xfrm>
        </p:grpSpPr>
        <p:cxnSp>
          <p:nvCxnSpPr>
            <p:cNvPr id="1033" name="Прямая соединительная линия 1032">
              <a:extLst>
                <a:ext uri="{FF2B5EF4-FFF2-40B4-BE49-F238E27FC236}">
                  <a16:creationId xmlns:a16="http://schemas.microsoft.com/office/drawing/2014/main" id="{8565028C-DA46-CD61-084E-D220CD6C42EB}"/>
                </a:ext>
              </a:extLst>
            </p:cNvPr>
            <p:cNvCxnSpPr>
              <a:cxnSpLocks/>
            </p:cNvCxnSpPr>
            <p:nvPr/>
          </p:nvCxnSpPr>
          <p:spPr>
            <a:xfrm>
              <a:off x="5374739" y="5679440"/>
              <a:ext cx="49357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34B10773-02D2-60DF-8A01-7E5FF13DE5EC}"/>
                </a:ext>
              </a:extLst>
            </p:cNvPr>
            <p:cNvSpPr txBox="1"/>
            <p:nvPr/>
          </p:nvSpPr>
          <p:spPr>
            <a:xfrm>
              <a:off x="7165392" y="5766763"/>
              <a:ext cx="1330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Область 1</a:t>
              </a:r>
            </a:p>
          </p:txBody>
        </p:sp>
      </p:grpSp>
      <p:pic>
        <p:nvPicPr>
          <p:cNvPr id="1067" name="Picture 6" descr="Напитки Диспенсер Значок Линия Вектор Иллюстрация: стоковая векторная  графика (без лицензионных платежей), 2653728425 | Shutterstock">
            <a:extLst>
              <a:ext uri="{FF2B5EF4-FFF2-40B4-BE49-F238E27FC236}">
                <a16:creationId xmlns:a16="http://schemas.microsoft.com/office/drawing/2014/main" id="{FA23CAF0-02C8-9338-247B-08AECCDB9A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53" t="15003" r="11039" b="19369"/>
          <a:stretch>
            <a:fillRect/>
          </a:stretch>
        </p:blipFill>
        <p:spPr bwMode="auto">
          <a:xfrm>
            <a:off x="4884538" y="4093960"/>
            <a:ext cx="1695883" cy="1548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9" name="Группа 1068">
            <a:extLst>
              <a:ext uri="{FF2B5EF4-FFF2-40B4-BE49-F238E27FC236}">
                <a16:creationId xmlns:a16="http://schemas.microsoft.com/office/drawing/2014/main" id="{3CEFF6A7-9417-E2CF-F995-3897F392A120}"/>
              </a:ext>
            </a:extLst>
          </p:cNvPr>
          <p:cNvGrpSpPr/>
          <p:nvPr/>
        </p:nvGrpSpPr>
        <p:grpSpPr>
          <a:xfrm>
            <a:off x="8238738" y="4548616"/>
            <a:ext cx="3199373" cy="1130823"/>
            <a:chOff x="8238738" y="4548616"/>
            <a:chExt cx="3199373" cy="1130823"/>
          </a:xfrm>
        </p:grpSpPr>
        <p:grpSp>
          <p:nvGrpSpPr>
            <p:cNvPr id="1061" name="Группа 1060">
              <a:extLst>
                <a:ext uri="{FF2B5EF4-FFF2-40B4-BE49-F238E27FC236}">
                  <a16:creationId xmlns:a16="http://schemas.microsoft.com/office/drawing/2014/main" id="{3337B68D-FA0F-BEA3-DA4D-F2ECE16EA06B}"/>
                </a:ext>
              </a:extLst>
            </p:cNvPr>
            <p:cNvGrpSpPr/>
            <p:nvPr/>
          </p:nvGrpSpPr>
          <p:grpSpPr>
            <a:xfrm>
              <a:off x="8238738" y="4548616"/>
              <a:ext cx="1281182" cy="1130823"/>
              <a:chOff x="8238737" y="4245932"/>
              <a:chExt cx="1738383" cy="1433508"/>
            </a:xfrm>
          </p:grpSpPr>
          <p:grpSp>
            <p:nvGrpSpPr>
              <p:cNvPr id="1048" name="Группа 1047">
                <a:extLst>
                  <a:ext uri="{FF2B5EF4-FFF2-40B4-BE49-F238E27FC236}">
                    <a16:creationId xmlns:a16="http://schemas.microsoft.com/office/drawing/2014/main" id="{064507F5-C06D-8FD4-5903-9B228AE7909C}"/>
                  </a:ext>
                </a:extLst>
              </p:cNvPr>
              <p:cNvGrpSpPr/>
              <p:nvPr/>
            </p:nvGrpSpPr>
            <p:grpSpPr>
              <a:xfrm>
                <a:off x="8260080" y="4245932"/>
                <a:ext cx="1717040" cy="1433508"/>
                <a:chOff x="8260080" y="4245932"/>
                <a:chExt cx="1717040" cy="1433508"/>
              </a:xfrm>
            </p:grpSpPr>
            <p:grpSp>
              <p:nvGrpSpPr>
                <p:cNvPr id="1044" name="Группа 1043">
                  <a:extLst>
                    <a:ext uri="{FF2B5EF4-FFF2-40B4-BE49-F238E27FC236}">
                      <a16:creationId xmlns:a16="http://schemas.microsoft.com/office/drawing/2014/main" id="{EEBD9F6F-7BD2-93B3-9A8A-713256FC32B5}"/>
                    </a:ext>
                  </a:extLst>
                </p:cNvPr>
                <p:cNvGrpSpPr/>
                <p:nvPr/>
              </p:nvGrpSpPr>
              <p:grpSpPr>
                <a:xfrm>
                  <a:off x="8260080" y="5196116"/>
                  <a:ext cx="1717040" cy="483324"/>
                  <a:chOff x="7518400" y="4884069"/>
                  <a:chExt cx="1717040" cy="483324"/>
                </a:xfrm>
              </p:grpSpPr>
              <p:sp>
                <p:nvSpPr>
                  <p:cNvPr id="1036" name="Блок-схема: узел 1035">
                    <a:extLst>
                      <a:ext uri="{FF2B5EF4-FFF2-40B4-BE49-F238E27FC236}">
                        <a16:creationId xmlns:a16="http://schemas.microsoft.com/office/drawing/2014/main" id="{2AC6CB8E-2E74-49BC-A5AC-C12D4EAD18D8}"/>
                      </a:ext>
                    </a:extLst>
                  </p:cNvPr>
                  <p:cNvSpPr/>
                  <p:nvPr/>
                </p:nvSpPr>
                <p:spPr>
                  <a:xfrm>
                    <a:off x="7603857" y="4971393"/>
                    <a:ext cx="396000" cy="396000"/>
                  </a:xfrm>
                  <a:prstGeom prst="flowChartConnector">
                    <a:avLst/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1037" name="Блок-схема: узел 1036">
                    <a:extLst>
                      <a:ext uri="{FF2B5EF4-FFF2-40B4-BE49-F238E27FC236}">
                        <a16:creationId xmlns:a16="http://schemas.microsoft.com/office/drawing/2014/main" id="{3F7C83FD-B20F-3727-F184-AC8BD7292286}"/>
                      </a:ext>
                    </a:extLst>
                  </p:cNvPr>
                  <p:cNvSpPr/>
                  <p:nvPr/>
                </p:nvSpPr>
                <p:spPr>
                  <a:xfrm>
                    <a:off x="8745937" y="4971393"/>
                    <a:ext cx="396000" cy="396000"/>
                  </a:xfrm>
                  <a:prstGeom prst="flowChartConnector">
                    <a:avLst/>
                  </a:prstGeom>
                  <a:solidFill>
                    <a:schemeClr val="tx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1038" name="Прямая соединительная линия 1037">
                    <a:extLst>
                      <a:ext uri="{FF2B5EF4-FFF2-40B4-BE49-F238E27FC236}">
                        <a16:creationId xmlns:a16="http://schemas.microsoft.com/office/drawing/2014/main" id="{5E525E64-5ED1-D236-ACD0-8244A6A978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18400" y="4884069"/>
                    <a:ext cx="1717040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45" name="Прямоугольник 1044">
                  <a:extLst>
                    <a:ext uri="{FF2B5EF4-FFF2-40B4-BE49-F238E27FC236}">
                      <a16:creationId xmlns:a16="http://schemas.microsoft.com/office/drawing/2014/main" id="{A154F105-1EFE-08F1-CA15-0D3E38D62BD8}"/>
                    </a:ext>
                  </a:extLst>
                </p:cNvPr>
                <p:cNvSpPr/>
                <p:nvPr/>
              </p:nvSpPr>
              <p:spPr>
                <a:xfrm>
                  <a:off x="8263694" y="4245932"/>
                  <a:ext cx="741680" cy="930681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046" name="Прямоугольник 1045">
                  <a:extLst>
                    <a:ext uri="{FF2B5EF4-FFF2-40B4-BE49-F238E27FC236}">
                      <a16:creationId xmlns:a16="http://schemas.microsoft.com/office/drawing/2014/main" id="{320D7E00-EFF4-2DED-9B2B-86A8326563C4}"/>
                    </a:ext>
                  </a:extLst>
                </p:cNvPr>
                <p:cNvSpPr/>
                <p:nvPr/>
              </p:nvSpPr>
              <p:spPr>
                <a:xfrm>
                  <a:off x="9235440" y="4608707"/>
                  <a:ext cx="741680" cy="557772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1049" name="TextBox 1048">
                <a:extLst>
                  <a:ext uri="{FF2B5EF4-FFF2-40B4-BE49-F238E27FC236}">
                    <a16:creationId xmlns:a16="http://schemas.microsoft.com/office/drawing/2014/main" id="{7195F5E7-5CD4-A840-851B-A92D15EDA709}"/>
                  </a:ext>
                </a:extLst>
              </p:cNvPr>
              <p:cNvSpPr txBox="1"/>
              <p:nvPr/>
            </p:nvSpPr>
            <p:spPr>
              <a:xfrm>
                <a:off x="8284612" y="4318697"/>
                <a:ext cx="699843" cy="390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RPI4</a:t>
                </a:r>
                <a:endParaRPr lang="ru-RU" sz="14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051" name="Прямая соединительная линия 1050">
                <a:extLst>
                  <a:ext uri="{FF2B5EF4-FFF2-40B4-BE49-F238E27FC236}">
                    <a16:creationId xmlns:a16="http://schemas.microsoft.com/office/drawing/2014/main" id="{AC858B1E-D29C-25D3-AA79-902E37A4DC63}"/>
                  </a:ext>
                </a:extLst>
              </p:cNvPr>
              <p:cNvCxnSpPr>
                <a:cxnSpLocks/>
                <a:endCxn id="1045" idx="3"/>
              </p:cNvCxnSpPr>
              <p:nvPr/>
            </p:nvCxnSpPr>
            <p:spPr>
              <a:xfrm>
                <a:off x="8238737" y="4711272"/>
                <a:ext cx="766637" cy="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3" name="TextBox 1052">
                <a:extLst>
                  <a:ext uri="{FF2B5EF4-FFF2-40B4-BE49-F238E27FC236}">
                    <a16:creationId xmlns:a16="http://schemas.microsoft.com/office/drawing/2014/main" id="{0A7019F8-4F8D-D0EF-E351-794B82677C7A}"/>
                  </a:ext>
                </a:extLst>
              </p:cNvPr>
              <p:cNvSpPr txBox="1"/>
              <p:nvPr/>
            </p:nvSpPr>
            <p:spPr>
              <a:xfrm>
                <a:off x="9277278" y="4658077"/>
                <a:ext cx="699842" cy="507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</a:rPr>
                  <a:t>Wi-Fi</a:t>
                </a:r>
              </a:p>
              <a:p>
                <a:pPr algn="ctr"/>
                <a:r>
                  <a:rPr lang="en-US" sz="1000" dirty="0">
                    <a:solidFill>
                      <a:schemeClr val="bg1"/>
                    </a:solidFill>
                  </a:rPr>
                  <a:t>switch</a:t>
                </a:r>
                <a:endParaRPr lang="ru-RU" sz="1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358A3B34-02A0-7669-6AEB-EF73FC07F981}"/>
                </a:ext>
              </a:extLst>
            </p:cNvPr>
            <p:cNvSpPr txBox="1"/>
            <p:nvPr/>
          </p:nvSpPr>
          <p:spPr>
            <a:xfrm>
              <a:off x="9506691" y="5161250"/>
              <a:ext cx="19314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Управляемый робот</a:t>
              </a:r>
            </a:p>
          </p:txBody>
        </p:sp>
      </p:grpSp>
      <p:sp>
        <p:nvSpPr>
          <p:cNvPr id="1071" name="TextBox 1070">
            <a:extLst>
              <a:ext uri="{FF2B5EF4-FFF2-40B4-BE49-F238E27FC236}">
                <a16:creationId xmlns:a16="http://schemas.microsoft.com/office/drawing/2014/main" id="{3C3C6DBB-2203-4228-BB88-87B465E3C95A}"/>
              </a:ext>
            </a:extLst>
          </p:cNvPr>
          <p:cNvSpPr txBox="1"/>
          <p:nvPr/>
        </p:nvSpPr>
        <p:spPr>
          <a:xfrm>
            <a:off x="6450321" y="5128293"/>
            <a:ext cx="1931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Диспенсер</a:t>
            </a:r>
          </a:p>
        </p:txBody>
      </p:sp>
      <p:cxnSp>
        <p:nvCxnSpPr>
          <p:cNvPr id="1073" name="Прямая соединительная линия 1072">
            <a:extLst>
              <a:ext uri="{FF2B5EF4-FFF2-40B4-BE49-F238E27FC236}">
                <a16:creationId xmlns:a16="http://schemas.microsoft.com/office/drawing/2014/main" id="{F32A66BA-E8C0-B028-BD22-41F0DD4F7E7A}"/>
              </a:ext>
            </a:extLst>
          </p:cNvPr>
          <p:cNvCxnSpPr>
            <a:cxnSpLocks/>
          </p:cNvCxnSpPr>
          <p:nvPr/>
        </p:nvCxnSpPr>
        <p:spPr>
          <a:xfrm>
            <a:off x="5635460" y="1984685"/>
            <a:ext cx="2973840" cy="23200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Прямая соединительная линия 1074">
            <a:extLst>
              <a:ext uri="{FF2B5EF4-FFF2-40B4-BE49-F238E27FC236}">
                <a16:creationId xmlns:a16="http://schemas.microsoft.com/office/drawing/2014/main" id="{D54055AD-7B2D-0910-EFDE-FC05358CDA44}"/>
              </a:ext>
            </a:extLst>
          </p:cNvPr>
          <p:cNvCxnSpPr/>
          <p:nvPr/>
        </p:nvCxnSpPr>
        <p:spPr>
          <a:xfrm>
            <a:off x="5374739" y="2143760"/>
            <a:ext cx="357740" cy="1818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6" name="Облачко с текстом: прямоугольное со скругленными углами 1075">
            <a:extLst>
              <a:ext uri="{FF2B5EF4-FFF2-40B4-BE49-F238E27FC236}">
                <a16:creationId xmlns:a16="http://schemas.microsoft.com/office/drawing/2014/main" id="{64764E42-A940-A8AF-9525-84229344B5A9}"/>
              </a:ext>
            </a:extLst>
          </p:cNvPr>
          <p:cNvSpPr/>
          <p:nvPr/>
        </p:nvSpPr>
        <p:spPr>
          <a:xfrm>
            <a:off x="9159158" y="2515230"/>
            <a:ext cx="2296203" cy="1115407"/>
          </a:xfrm>
          <a:prstGeom prst="wedgeRoundRectCallout">
            <a:avLst>
              <a:gd name="adj1" fmla="val -77224"/>
              <a:gd name="adj2" fmla="val 134462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22192168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21</Words>
  <Application>Microsoft Office PowerPoint</Application>
  <PresentationFormat>Широкоэкранный</PresentationFormat>
  <Paragraphs>14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Кузнецов</dc:creator>
  <cp:lastModifiedBy>Максим Кузнецов</cp:lastModifiedBy>
  <cp:revision>4</cp:revision>
  <dcterms:created xsi:type="dcterms:W3CDTF">2026-02-28T08:41:30Z</dcterms:created>
  <dcterms:modified xsi:type="dcterms:W3CDTF">2026-02-28T09:09:49Z</dcterms:modified>
</cp:coreProperties>
</file>